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770040" y="1691640"/>
            <a:ext cx="9614160" cy="380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73D3FB-D16A-4DA0-A994-84CE6C9278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770040" y="1691640"/>
            <a:ext cx="9614160" cy="380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76F1C5-0DB8-4E21-AFE3-1F05A4D79F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770040" y="1691640"/>
            <a:ext cx="9614160" cy="380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36EA813-F5D0-400B-80EE-A6E3AECE63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770040" y="1691640"/>
            <a:ext cx="9614160" cy="380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DD18040-5CAA-4FF1-88D3-FAD0D487F03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770040" y="1691640"/>
            <a:ext cx="9614160" cy="380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1B352E6-9A09-49F8-8F39-CA64276F8F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6687311"/>
                </a:moveTo>
                <a:lnTo>
                  <a:pt x="12185904" y="6687311"/>
                </a:lnTo>
              </a:path>
              <a:path w="12192000" h="6858000">
                <a:moveTo>
                  <a:pt x="0" y="0"/>
                </a:moveTo>
                <a:lnTo>
                  <a:pt x="0" y="6857999"/>
                </a:lnTo>
              </a:path>
              <a:path w="12192000" h="6858000">
                <a:moveTo>
                  <a:pt x="11993880" y="0"/>
                </a:moveTo>
                <a:lnTo>
                  <a:pt x="11993880" y="6857999"/>
                </a:lnTo>
              </a:path>
              <a:path w="12192000" h="6858000">
                <a:moveTo>
                  <a:pt x="192024" y="0"/>
                </a:moveTo>
                <a:lnTo>
                  <a:pt x="192024" y="6857999"/>
                </a:lnTo>
              </a:path>
              <a:path w="12192000" h="6858000">
                <a:moveTo>
                  <a:pt x="1176528" y="0"/>
                </a:moveTo>
                <a:lnTo>
                  <a:pt x="1176528" y="6857999"/>
                </a:lnTo>
              </a:path>
              <a:path w="12192000" h="6858000">
                <a:moveTo>
                  <a:pt x="2157984" y="0"/>
                </a:moveTo>
                <a:lnTo>
                  <a:pt x="2157984" y="6857999"/>
                </a:lnTo>
              </a:path>
              <a:path w="12192000" h="6858000">
                <a:moveTo>
                  <a:pt x="3142488" y="0"/>
                </a:moveTo>
                <a:lnTo>
                  <a:pt x="3142488" y="6857999"/>
                </a:lnTo>
              </a:path>
              <a:path w="12192000" h="6858000">
                <a:moveTo>
                  <a:pt x="4126991" y="0"/>
                </a:moveTo>
                <a:lnTo>
                  <a:pt x="4126991" y="6857999"/>
                </a:lnTo>
              </a:path>
              <a:path w="12192000" h="6858000">
                <a:moveTo>
                  <a:pt x="5108448" y="0"/>
                </a:moveTo>
                <a:lnTo>
                  <a:pt x="5108448" y="6857999"/>
                </a:lnTo>
              </a:path>
              <a:path w="12192000" h="6858000">
                <a:moveTo>
                  <a:pt x="6092952" y="0"/>
                </a:moveTo>
                <a:lnTo>
                  <a:pt x="6092952" y="6857999"/>
                </a:lnTo>
              </a:path>
              <a:path w="12192000" h="6858000">
                <a:moveTo>
                  <a:pt x="7077456" y="0"/>
                </a:moveTo>
                <a:lnTo>
                  <a:pt x="7077456" y="6857999"/>
                </a:lnTo>
              </a:path>
              <a:path w="12192000" h="6858000">
                <a:moveTo>
                  <a:pt x="8058911" y="0"/>
                </a:moveTo>
                <a:lnTo>
                  <a:pt x="8058911" y="6857999"/>
                </a:lnTo>
              </a:path>
              <a:path w="12192000" h="6858000">
                <a:moveTo>
                  <a:pt x="9043416" y="0"/>
                </a:moveTo>
                <a:lnTo>
                  <a:pt x="9043416" y="6857999"/>
                </a:lnTo>
              </a:path>
              <a:path w="12192000" h="6858000">
                <a:moveTo>
                  <a:pt x="10027920" y="0"/>
                </a:moveTo>
                <a:lnTo>
                  <a:pt x="10027920" y="6857999"/>
                </a:lnTo>
              </a:path>
              <a:path w="12192000" h="6858000">
                <a:moveTo>
                  <a:pt x="11009376" y="0"/>
                </a:moveTo>
                <a:lnTo>
                  <a:pt x="11009376" y="6857999"/>
                </a:lnTo>
              </a:path>
              <a:path w="12192000" h="6858000">
                <a:moveTo>
                  <a:pt x="12185904" y="0"/>
                </a:moveTo>
                <a:lnTo>
                  <a:pt x="12185904" y="6857999"/>
                </a:lnTo>
              </a:path>
              <a:path w="12192000" h="6858000">
                <a:moveTo>
                  <a:pt x="0" y="170688"/>
                </a:moveTo>
                <a:lnTo>
                  <a:pt x="12192000" y="170688"/>
                </a:lnTo>
              </a:path>
              <a:path w="12192000" h="6858000">
                <a:moveTo>
                  <a:pt x="0" y="713232"/>
                </a:moveTo>
                <a:lnTo>
                  <a:pt x="12192000" y="713232"/>
                </a:lnTo>
              </a:path>
              <a:path w="12192000" h="6858000">
                <a:moveTo>
                  <a:pt x="0" y="1258824"/>
                </a:moveTo>
                <a:lnTo>
                  <a:pt x="12192000" y="1258824"/>
                </a:lnTo>
              </a:path>
              <a:path w="12192000" h="6858000">
                <a:moveTo>
                  <a:pt x="0" y="1801367"/>
                </a:moveTo>
                <a:lnTo>
                  <a:pt x="12192000" y="1801367"/>
                </a:lnTo>
              </a:path>
              <a:path w="12192000" h="6858000">
                <a:moveTo>
                  <a:pt x="0" y="2343912"/>
                </a:moveTo>
                <a:lnTo>
                  <a:pt x="12192000" y="2343912"/>
                </a:lnTo>
              </a:path>
              <a:path w="12192000" h="6858000">
                <a:moveTo>
                  <a:pt x="0" y="2886455"/>
                </a:moveTo>
                <a:lnTo>
                  <a:pt x="12192000" y="2886455"/>
                </a:lnTo>
              </a:path>
              <a:path w="12192000" h="6858000">
                <a:moveTo>
                  <a:pt x="0" y="3429000"/>
                </a:moveTo>
                <a:lnTo>
                  <a:pt x="12192000" y="3429000"/>
                </a:lnTo>
              </a:path>
              <a:path w="12192000" h="6858000">
                <a:moveTo>
                  <a:pt x="0" y="3971544"/>
                </a:moveTo>
                <a:lnTo>
                  <a:pt x="12192000" y="3971544"/>
                </a:lnTo>
              </a:path>
              <a:path w="12192000" h="6858000">
                <a:moveTo>
                  <a:pt x="0" y="4514088"/>
                </a:moveTo>
                <a:lnTo>
                  <a:pt x="12192000" y="4514088"/>
                </a:lnTo>
              </a:path>
              <a:path w="12192000" h="6858000">
                <a:moveTo>
                  <a:pt x="0" y="5056632"/>
                </a:moveTo>
                <a:lnTo>
                  <a:pt x="12192000" y="5056632"/>
                </a:lnTo>
              </a:path>
              <a:path w="12192000" h="6858000">
                <a:moveTo>
                  <a:pt x="0" y="5599176"/>
                </a:moveTo>
                <a:lnTo>
                  <a:pt x="12192000" y="5599176"/>
                </a:lnTo>
              </a:path>
              <a:path w="12192000" h="6858000">
                <a:moveTo>
                  <a:pt x="0" y="6857999"/>
                </a:moveTo>
                <a:lnTo>
                  <a:pt x="12192000" y="6858000"/>
                </a:lnTo>
              </a:path>
              <a:path w="12192000" h="6858000">
                <a:moveTo>
                  <a:pt x="15240" y="6144768"/>
                </a:moveTo>
                <a:lnTo>
                  <a:pt x="12192000" y="6144768"/>
                </a:lnTo>
              </a:path>
              <a:path w="12192000" h="6858000">
                <a:moveTo>
                  <a:pt x="682752" y="170688"/>
                </a:moveTo>
                <a:lnTo>
                  <a:pt x="682752" y="6682155"/>
                </a:lnTo>
              </a:path>
              <a:path w="12192000" h="6858000">
                <a:moveTo>
                  <a:pt x="11509248" y="173735"/>
                </a:moveTo>
                <a:lnTo>
                  <a:pt x="11509248" y="6685203"/>
                </a:lnTo>
              </a:path>
            </a:pathLst>
          </a:custGeom>
          <a:noFill/>
          <a:ln w="12192">
            <a:solidFill>
              <a:srgbClr val="bbbbbb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4400" y="2126160"/>
            <a:ext cx="10362960" cy="114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2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DA362C-54C9-405A-B8C1-4221758F8893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2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6687311"/>
                </a:moveTo>
                <a:lnTo>
                  <a:pt x="12185904" y="6687311"/>
                </a:lnTo>
              </a:path>
              <a:path w="12192000" h="6858000">
                <a:moveTo>
                  <a:pt x="0" y="0"/>
                </a:moveTo>
                <a:lnTo>
                  <a:pt x="0" y="6857999"/>
                </a:lnTo>
              </a:path>
              <a:path w="12192000" h="6858000">
                <a:moveTo>
                  <a:pt x="11993880" y="0"/>
                </a:moveTo>
                <a:lnTo>
                  <a:pt x="11993880" y="6857999"/>
                </a:lnTo>
              </a:path>
              <a:path w="12192000" h="6858000">
                <a:moveTo>
                  <a:pt x="192024" y="0"/>
                </a:moveTo>
                <a:lnTo>
                  <a:pt x="192024" y="6857999"/>
                </a:lnTo>
              </a:path>
              <a:path w="12192000" h="6858000">
                <a:moveTo>
                  <a:pt x="1176528" y="0"/>
                </a:moveTo>
                <a:lnTo>
                  <a:pt x="1176528" y="6857999"/>
                </a:lnTo>
              </a:path>
              <a:path w="12192000" h="6858000">
                <a:moveTo>
                  <a:pt x="2157984" y="0"/>
                </a:moveTo>
                <a:lnTo>
                  <a:pt x="2157984" y="6857999"/>
                </a:lnTo>
              </a:path>
              <a:path w="12192000" h="6858000">
                <a:moveTo>
                  <a:pt x="3142488" y="0"/>
                </a:moveTo>
                <a:lnTo>
                  <a:pt x="3142488" y="6857999"/>
                </a:lnTo>
              </a:path>
              <a:path w="12192000" h="6858000">
                <a:moveTo>
                  <a:pt x="4126991" y="0"/>
                </a:moveTo>
                <a:lnTo>
                  <a:pt x="4126991" y="6857999"/>
                </a:lnTo>
              </a:path>
              <a:path w="12192000" h="6858000">
                <a:moveTo>
                  <a:pt x="5108448" y="0"/>
                </a:moveTo>
                <a:lnTo>
                  <a:pt x="5108448" y="6857999"/>
                </a:lnTo>
              </a:path>
              <a:path w="12192000" h="6858000">
                <a:moveTo>
                  <a:pt x="6092952" y="0"/>
                </a:moveTo>
                <a:lnTo>
                  <a:pt x="6092952" y="6857999"/>
                </a:lnTo>
              </a:path>
              <a:path w="12192000" h="6858000">
                <a:moveTo>
                  <a:pt x="7077456" y="0"/>
                </a:moveTo>
                <a:lnTo>
                  <a:pt x="7077456" y="6857999"/>
                </a:lnTo>
              </a:path>
              <a:path w="12192000" h="6858000">
                <a:moveTo>
                  <a:pt x="8058911" y="0"/>
                </a:moveTo>
                <a:lnTo>
                  <a:pt x="8058911" y="6857999"/>
                </a:lnTo>
              </a:path>
              <a:path w="12192000" h="6858000">
                <a:moveTo>
                  <a:pt x="9043416" y="0"/>
                </a:moveTo>
                <a:lnTo>
                  <a:pt x="9043416" y="6857999"/>
                </a:lnTo>
              </a:path>
              <a:path w="12192000" h="6858000">
                <a:moveTo>
                  <a:pt x="10027920" y="0"/>
                </a:moveTo>
                <a:lnTo>
                  <a:pt x="10027920" y="6857999"/>
                </a:lnTo>
              </a:path>
              <a:path w="12192000" h="6858000">
                <a:moveTo>
                  <a:pt x="11009376" y="0"/>
                </a:moveTo>
                <a:lnTo>
                  <a:pt x="11009376" y="6857999"/>
                </a:lnTo>
              </a:path>
              <a:path w="12192000" h="6858000">
                <a:moveTo>
                  <a:pt x="12185904" y="0"/>
                </a:moveTo>
                <a:lnTo>
                  <a:pt x="12185904" y="6857999"/>
                </a:lnTo>
              </a:path>
              <a:path w="12192000" h="6858000">
                <a:moveTo>
                  <a:pt x="0" y="170688"/>
                </a:moveTo>
                <a:lnTo>
                  <a:pt x="12192000" y="170688"/>
                </a:lnTo>
              </a:path>
              <a:path w="12192000" h="6858000">
                <a:moveTo>
                  <a:pt x="0" y="713232"/>
                </a:moveTo>
                <a:lnTo>
                  <a:pt x="12192000" y="713232"/>
                </a:lnTo>
              </a:path>
              <a:path w="12192000" h="6858000">
                <a:moveTo>
                  <a:pt x="0" y="1258824"/>
                </a:moveTo>
                <a:lnTo>
                  <a:pt x="12192000" y="1258824"/>
                </a:lnTo>
              </a:path>
              <a:path w="12192000" h="6858000">
                <a:moveTo>
                  <a:pt x="0" y="1801367"/>
                </a:moveTo>
                <a:lnTo>
                  <a:pt x="12192000" y="1801367"/>
                </a:lnTo>
              </a:path>
              <a:path w="12192000" h="6858000">
                <a:moveTo>
                  <a:pt x="0" y="2343912"/>
                </a:moveTo>
                <a:lnTo>
                  <a:pt x="12192000" y="2343912"/>
                </a:lnTo>
              </a:path>
              <a:path w="12192000" h="6858000">
                <a:moveTo>
                  <a:pt x="0" y="2886455"/>
                </a:moveTo>
                <a:lnTo>
                  <a:pt x="12192000" y="2886455"/>
                </a:lnTo>
              </a:path>
              <a:path w="12192000" h="6858000">
                <a:moveTo>
                  <a:pt x="0" y="3429000"/>
                </a:moveTo>
                <a:lnTo>
                  <a:pt x="12192000" y="3429000"/>
                </a:lnTo>
              </a:path>
              <a:path w="12192000" h="6858000">
                <a:moveTo>
                  <a:pt x="0" y="3971544"/>
                </a:moveTo>
                <a:lnTo>
                  <a:pt x="12192000" y="3971544"/>
                </a:lnTo>
              </a:path>
              <a:path w="12192000" h="6858000">
                <a:moveTo>
                  <a:pt x="0" y="4514088"/>
                </a:moveTo>
                <a:lnTo>
                  <a:pt x="12192000" y="4514088"/>
                </a:lnTo>
              </a:path>
              <a:path w="12192000" h="6858000">
                <a:moveTo>
                  <a:pt x="0" y="5056632"/>
                </a:moveTo>
                <a:lnTo>
                  <a:pt x="12192000" y="5056632"/>
                </a:lnTo>
              </a:path>
              <a:path w="12192000" h="6858000">
                <a:moveTo>
                  <a:pt x="0" y="5599176"/>
                </a:moveTo>
                <a:lnTo>
                  <a:pt x="12192000" y="5599176"/>
                </a:lnTo>
              </a:path>
              <a:path w="12192000" h="6858000">
                <a:moveTo>
                  <a:pt x="0" y="6857999"/>
                </a:moveTo>
                <a:lnTo>
                  <a:pt x="12192000" y="6858000"/>
                </a:lnTo>
              </a:path>
              <a:path w="12192000" h="6858000">
                <a:moveTo>
                  <a:pt x="15240" y="6144768"/>
                </a:moveTo>
                <a:lnTo>
                  <a:pt x="12192000" y="6144768"/>
                </a:lnTo>
              </a:path>
              <a:path w="12192000" h="6858000">
                <a:moveTo>
                  <a:pt x="682752" y="170688"/>
                </a:moveTo>
                <a:lnTo>
                  <a:pt x="682752" y="6682155"/>
                </a:lnTo>
              </a:path>
              <a:path w="12192000" h="6858000">
                <a:moveTo>
                  <a:pt x="11509248" y="173735"/>
                </a:moveTo>
                <a:lnTo>
                  <a:pt x="11509248" y="6685203"/>
                </a:lnTo>
              </a:path>
            </a:pathLst>
          </a:custGeom>
          <a:noFill/>
          <a:ln w="12192">
            <a:solidFill>
              <a:srgbClr val="bbbbbb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70040" y="1691640"/>
            <a:ext cx="9614160" cy="380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4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5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D6494A5-265E-46AA-A6FB-78806D56D603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g object 16" hidden="1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6687311"/>
                </a:moveTo>
                <a:lnTo>
                  <a:pt x="12185904" y="6687311"/>
                </a:lnTo>
              </a:path>
              <a:path w="12192000" h="6858000">
                <a:moveTo>
                  <a:pt x="0" y="0"/>
                </a:moveTo>
                <a:lnTo>
                  <a:pt x="0" y="6857999"/>
                </a:lnTo>
              </a:path>
              <a:path w="12192000" h="6858000">
                <a:moveTo>
                  <a:pt x="11993880" y="0"/>
                </a:moveTo>
                <a:lnTo>
                  <a:pt x="11993880" y="6857999"/>
                </a:lnTo>
              </a:path>
              <a:path w="12192000" h="6858000">
                <a:moveTo>
                  <a:pt x="192024" y="0"/>
                </a:moveTo>
                <a:lnTo>
                  <a:pt x="192024" y="6857999"/>
                </a:lnTo>
              </a:path>
              <a:path w="12192000" h="6858000">
                <a:moveTo>
                  <a:pt x="1176528" y="0"/>
                </a:moveTo>
                <a:lnTo>
                  <a:pt x="1176528" y="6857999"/>
                </a:lnTo>
              </a:path>
              <a:path w="12192000" h="6858000">
                <a:moveTo>
                  <a:pt x="2157984" y="0"/>
                </a:moveTo>
                <a:lnTo>
                  <a:pt x="2157984" y="6857999"/>
                </a:lnTo>
              </a:path>
              <a:path w="12192000" h="6858000">
                <a:moveTo>
                  <a:pt x="3142488" y="0"/>
                </a:moveTo>
                <a:lnTo>
                  <a:pt x="3142488" y="6857999"/>
                </a:lnTo>
              </a:path>
              <a:path w="12192000" h="6858000">
                <a:moveTo>
                  <a:pt x="4126991" y="0"/>
                </a:moveTo>
                <a:lnTo>
                  <a:pt x="4126991" y="6857999"/>
                </a:lnTo>
              </a:path>
              <a:path w="12192000" h="6858000">
                <a:moveTo>
                  <a:pt x="5108448" y="0"/>
                </a:moveTo>
                <a:lnTo>
                  <a:pt x="5108448" y="6857999"/>
                </a:lnTo>
              </a:path>
              <a:path w="12192000" h="6858000">
                <a:moveTo>
                  <a:pt x="6092952" y="0"/>
                </a:moveTo>
                <a:lnTo>
                  <a:pt x="6092952" y="6857999"/>
                </a:lnTo>
              </a:path>
              <a:path w="12192000" h="6858000">
                <a:moveTo>
                  <a:pt x="7077456" y="0"/>
                </a:moveTo>
                <a:lnTo>
                  <a:pt x="7077456" y="6857999"/>
                </a:lnTo>
              </a:path>
              <a:path w="12192000" h="6858000">
                <a:moveTo>
                  <a:pt x="8058911" y="0"/>
                </a:moveTo>
                <a:lnTo>
                  <a:pt x="8058911" y="6857999"/>
                </a:lnTo>
              </a:path>
              <a:path w="12192000" h="6858000">
                <a:moveTo>
                  <a:pt x="9043416" y="0"/>
                </a:moveTo>
                <a:lnTo>
                  <a:pt x="9043416" y="6857999"/>
                </a:lnTo>
              </a:path>
              <a:path w="12192000" h="6858000">
                <a:moveTo>
                  <a:pt x="10027920" y="0"/>
                </a:moveTo>
                <a:lnTo>
                  <a:pt x="10027920" y="6857999"/>
                </a:lnTo>
              </a:path>
              <a:path w="12192000" h="6858000">
                <a:moveTo>
                  <a:pt x="11009376" y="0"/>
                </a:moveTo>
                <a:lnTo>
                  <a:pt x="11009376" y="6857999"/>
                </a:lnTo>
              </a:path>
              <a:path w="12192000" h="6858000">
                <a:moveTo>
                  <a:pt x="12185904" y="0"/>
                </a:moveTo>
                <a:lnTo>
                  <a:pt x="12185904" y="6857999"/>
                </a:lnTo>
              </a:path>
              <a:path w="12192000" h="6858000">
                <a:moveTo>
                  <a:pt x="0" y="170688"/>
                </a:moveTo>
                <a:lnTo>
                  <a:pt x="12192000" y="170688"/>
                </a:lnTo>
              </a:path>
              <a:path w="12192000" h="6858000">
                <a:moveTo>
                  <a:pt x="0" y="713232"/>
                </a:moveTo>
                <a:lnTo>
                  <a:pt x="12192000" y="713232"/>
                </a:lnTo>
              </a:path>
              <a:path w="12192000" h="6858000">
                <a:moveTo>
                  <a:pt x="0" y="1258824"/>
                </a:moveTo>
                <a:lnTo>
                  <a:pt x="12192000" y="1258824"/>
                </a:lnTo>
              </a:path>
              <a:path w="12192000" h="6858000">
                <a:moveTo>
                  <a:pt x="0" y="1801367"/>
                </a:moveTo>
                <a:lnTo>
                  <a:pt x="12192000" y="1801367"/>
                </a:lnTo>
              </a:path>
              <a:path w="12192000" h="6858000">
                <a:moveTo>
                  <a:pt x="0" y="2343912"/>
                </a:moveTo>
                <a:lnTo>
                  <a:pt x="12192000" y="2343912"/>
                </a:lnTo>
              </a:path>
              <a:path w="12192000" h="6858000">
                <a:moveTo>
                  <a:pt x="0" y="2886455"/>
                </a:moveTo>
                <a:lnTo>
                  <a:pt x="12192000" y="2886455"/>
                </a:lnTo>
              </a:path>
              <a:path w="12192000" h="6858000">
                <a:moveTo>
                  <a:pt x="0" y="3429000"/>
                </a:moveTo>
                <a:lnTo>
                  <a:pt x="12192000" y="3429000"/>
                </a:lnTo>
              </a:path>
              <a:path w="12192000" h="6858000">
                <a:moveTo>
                  <a:pt x="0" y="3971544"/>
                </a:moveTo>
                <a:lnTo>
                  <a:pt x="12192000" y="3971544"/>
                </a:lnTo>
              </a:path>
              <a:path w="12192000" h="6858000">
                <a:moveTo>
                  <a:pt x="0" y="4514088"/>
                </a:moveTo>
                <a:lnTo>
                  <a:pt x="12192000" y="4514088"/>
                </a:lnTo>
              </a:path>
              <a:path w="12192000" h="6858000">
                <a:moveTo>
                  <a:pt x="0" y="5056632"/>
                </a:moveTo>
                <a:lnTo>
                  <a:pt x="12192000" y="5056632"/>
                </a:lnTo>
              </a:path>
              <a:path w="12192000" h="6858000">
                <a:moveTo>
                  <a:pt x="0" y="5599176"/>
                </a:moveTo>
                <a:lnTo>
                  <a:pt x="12192000" y="5599176"/>
                </a:lnTo>
              </a:path>
              <a:path w="12192000" h="6858000">
                <a:moveTo>
                  <a:pt x="0" y="6857999"/>
                </a:moveTo>
                <a:lnTo>
                  <a:pt x="12192000" y="6858000"/>
                </a:lnTo>
              </a:path>
              <a:path w="12192000" h="6858000">
                <a:moveTo>
                  <a:pt x="15240" y="6144768"/>
                </a:moveTo>
                <a:lnTo>
                  <a:pt x="12192000" y="6144768"/>
                </a:lnTo>
              </a:path>
              <a:path w="12192000" h="6858000">
                <a:moveTo>
                  <a:pt x="682752" y="170688"/>
                </a:moveTo>
                <a:lnTo>
                  <a:pt x="682752" y="6682155"/>
                </a:lnTo>
              </a:path>
              <a:path w="12192000" h="6858000">
                <a:moveTo>
                  <a:pt x="11509248" y="173735"/>
                </a:moveTo>
                <a:lnTo>
                  <a:pt x="11509248" y="6685203"/>
                </a:lnTo>
              </a:path>
            </a:pathLst>
          </a:custGeom>
          <a:noFill/>
          <a:ln w="12192">
            <a:solidFill>
              <a:srgbClr val="bbbbbb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6687311"/>
                </a:moveTo>
                <a:lnTo>
                  <a:pt x="12185904" y="6687311"/>
                </a:lnTo>
              </a:path>
              <a:path w="12192000" h="6858000">
                <a:moveTo>
                  <a:pt x="0" y="0"/>
                </a:moveTo>
                <a:lnTo>
                  <a:pt x="0" y="6857999"/>
                </a:lnTo>
              </a:path>
              <a:path w="12192000" h="6858000">
                <a:moveTo>
                  <a:pt x="11993880" y="0"/>
                </a:moveTo>
                <a:lnTo>
                  <a:pt x="11993880" y="6857999"/>
                </a:lnTo>
              </a:path>
              <a:path w="12192000" h="6858000">
                <a:moveTo>
                  <a:pt x="192024" y="0"/>
                </a:moveTo>
                <a:lnTo>
                  <a:pt x="192024" y="6857999"/>
                </a:lnTo>
              </a:path>
              <a:path w="12192000" h="6858000">
                <a:moveTo>
                  <a:pt x="1176528" y="0"/>
                </a:moveTo>
                <a:lnTo>
                  <a:pt x="1176528" y="6857999"/>
                </a:lnTo>
              </a:path>
              <a:path w="12192000" h="6858000">
                <a:moveTo>
                  <a:pt x="2157984" y="0"/>
                </a:moveTo>
                <a:lnTo>
                  <a:pt x="2157984" y="6857999"/>
                </a:lnTo>
              </a:path>
              <a:path w="12192000" h="6858000">
                <a:moveTo>
                  <a:pt x="3142488" y="0"/>
                </a:moveTo>
                <a:lnTo>
                  <a:pt x="3142488" y="6857999"/>
                </a:lnTo>
              </a:path>
              <a:path w="12192000" h="6858000">
                <a:moveTo>
                  <a:pt x="4126991" y="0"/>
                </a:moveTo>
                <a:lnTo>
                  <a:pt x="4126991" y="6857999"/>
                </a:lnTo>
              </a:path>
              <a:path w="12192000" h="6858000">
                <a:moveTo>
                  <a:pt x="5108448" y="0"/>
                </a:moveTo>
                <a:lnTo>
                  <a:pt x="5108448" y="6857999"/>
                </a:lnTo>
              </a:path>
              <a:path w="12192000" h="6858000">
                <a:moveTo>
                  <a:pt x="6092952" y="0"/>
                </a:moveTo>
                <a:lnTo>
                  <a:pt x="6092952" y="6857999"/>
                </a:lnTo>
              </a:path>
              <a:path w="12192000" h="6858000">
                <a:moveTo>
                  <a:pt x="7077456" y="0"/>
                </a:moveTo>
                <a:lnTo>
                  <a:pt x="7077456" y="6857999"/>
                </a:lnTo>
              </a:path>
              <a:path w="12192000" h="6858000">
                <a:moveTo>
                  <a:pt x="8058911" y="0"/>
                </a:moveTo>
                <a:lnTo>
                  <a:pt x="8058911" y="6857999"/>
                </a:lnTo>
              </a:path>
              <a:path w="12192000" h="6858000">
                <a:moveTo>
                  <a:pt x="9043416" y="0"/>
                </a:moveTo>
                <a:lnTo>
                  <a:pt x="9043416" y="6857999"/>
                </a:lnTo>
              </a:path>
              <a:path w="12192000" h="6858000">
                <a:moveTo>
                  <a:pt x="10027920" y="0"/>
                </a:moveTo>
                <a:lnTo>
                  <a:pt x="10027920" y="6857999"/>
                </a:lnTo>
              </a:path>
              <a:path w="12192000" h="6858000">
                <a:moveTo>
                  <a:pt x="11009376" y="0"/>
                </a:moveTo>
                <a:lnTo>
                  <a:pt x="11009376" y="6857999"/>
                </a:lnTo>
              </a:path>
              <a:path w="12192000" h="6858000">
                <a:moveTo>
                  <a:pt x="12185904" y="0"/>
                </a:moveTo>
                <a:lnTo>
                  <a:pt x="12185904" y="6857999"/>
                </a:lnTo>
              </a:path>
              <a:path w="12192000" h="6858000">
                <a:moveTo>
                  <a:pt x="0" y="170688"/>
                </a:moveTo>
                <a:lnTo>
                  <a:pt x="12192000" y="170688"/>
                </a:lnTo>
              </a:path>
              <a:path w="12192000" h="6858000">
                <a:moveTo>
                  <a:pt x="0" y="713232"/>
                </a:moveTo>
                <a:lnTo>
                  <a:pt x="12192000" y="713232"/>
                </a:lnTo>
              </a:path>
              <a:path w="12192000" h="6858000">
                <a:moveTo>
                  <a:pt x="0" y="1258824"/>
                </a:moveTo>
                <a:lnTo>
                  <a:pt x="12192000" y="1258824"/>
                </a:lnTo>
              </a:path>
              <a:path w="12192000" h="6858000">
                <a:moveTo>
                  <a:pt x="0" y="1801367"/>
                </a:moveTo>
                <a:lnTo>
                  <a:pt x="12192000" y="1801367"/>
                </a:lnTo>
              </a:path>
              <a:path w="12192000" h="6858000">
                <a:moveTo>
                  <a:pt x="0" y="2343912"/>
                </a:moveTo>
                <a:lnTo>
                  <a:pt x="12192000" y="2343912"/>
                </a:lnTo>
              </a:path>
              <a:path w="12192000" h="6858000">
                <a:moveTo>
                  <a:pt x="0" y="2886455"/>
                </a:moveTo>
                <a:lnTo>
                  <a:pt x="12192000" y="2886455"/>
                </a:lnTo>
              </a:path>
              <a:path w="12192000" h="6858000">
                <a:moveTo>
                  <a:pt x="0" y="3429000"/>
                </a:moveTo>
                <a:lnTo>
                  <a:pt x="12192000" y="3429000"/>
                </a:lnTo>
              </a:path>
              <a:path w="12192000" h="6858000">
                <a:moveTo>
                  <a:pt x="0" y="3971544"/>
                </a:moveTo>
                <a:lnTo>
                  <a:pt x="12192000" y="3971544"/>
                </a:lnTo>
              </a:path>
              <a:path w="12192000" h="6858000">
                <a:moveTo>
                  <a:pt x="0" y="4514088"/>
                </a:moveTo>
                <a:lnTo>
                  <a:pt x="12192000" y="4514088"/>
                </a:lnTo>
              </a:path>
              <a:path w="12192000" h="6858000">
                <a:moveTo>
                  <a:pt x="0" y="5056632"/>
                </a:moveTo>
                <a:lnTo>
                  <a:pt x="12192000" y="5056632"/>
                </a:lnTo>
              </a:path>
              <a:path w="12192000" h="6858000">
                <a:moveTo>
                  <a:pt x="0" y="5599176"/>
                </a:moveTo>
                <a:lnTo>
                  <a:pt x="12192000" y="5599176"/>
                </a:lnTo>
              </a:path>
              <a:path w="12192000" h="6858000">
                <a:moveTo>
                  <a:pt x="0" y="6857999"/>
                </a:moveTo>
                <a:lnTo>
                  <a:pt x="12192000" y="6858000"/>
                </a:lnTo>
              </a:path>
              <a:path w="12192000" h="6858000">
                <a:moveTo>
                  <a:pt x="15240" y="6144768"/>
                </a:moveTo>
                <a:lnTo>
                  <a:pt x="12192000" y="6144768"/>
                </a:lnTo>
              </a:path>
              <a:path w="12192000" h="6858000">
                <a:moveTo>
                  <a:pt x="682752" y="170688"/>
                </a:moveTo>
                <a:lnTo>
                  <a:pt x="682752" y="6682155"/>
                </a:lnTo>
              </a:path>
              <a:path w="12192000" h="6858000">
                <a:moveTo>
                  <a:pt x="11509248" y="173735"/>
                </a:moveTo>
                <a:lnTo>
                  <a:pt x="11509248" y="6685203"/>
                </a:lnTo>
              </a:path>
            </a:pathLst>
          </a:custGeom>
          <a:noFill/>
          <a:ln w="12192">
            <a:solidFill>
              <a:srgbClr val="bbbbbb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bg object 17"/>
          <p:cNvSpPr/>
          <p:nvPr/>
        </p:nvSpPr>
        <p:spPr>
          <a:xfrm>
            <a:off x="2880" y="1398600"/>
            <a:ext cx="401760" cy="803520"/>
          </a:xfrm>
          <a:custGeom>
            <a:avLst/>
            <a:gdLst>
              <a:gd name="textAreaLeft" fmla="*/ 0 w 401760"/>
              <a:gd name="textAreaRight" fmla="*/ 402120 w 401760"/>
              <a:gd name="textAreaTop" fmla="*/ 0 h 803520"/>
              <a:gd name="textAreaBottom" fmla="*/ 803880 h 803520"/>
            </a:gdLst>
            <a:ahLst/>
            <a:rect l="textAreaLeft" t="textAreaTop" r="textAreaRight" b="textAreaBottom"/>
            <a:pathLst>
              <a:path w="401955" h="803910">
                <a:moveTo>
                  <a:pt x="0" y="0"/>
                </a:moveTo>
                <a:lnTo>
                  <a:pt x="0" y="803655"/>
                </a:lnTo>
                <a:lnTo>
                  <a:pt x="401838" y="401827"/>
                </a:lnTo>
                <a:lnTo>
                  <a:pt x="0" y="0"/>
                </a:lnTo>
                <a:close/>
              </a:path>
            </a:pathLst>
          </a:custGeom>
          <a:solidFill>
            <a:srgbClr val="1ebd9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577520"/>
            <a:ext cx="53031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78760" y="1577520"/>
            <a:ext cx="53031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7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8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sldNum" idx="9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A4AC4B-BF24-4DA4-96D8-ADE695384578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6687311"/>
                </a:moveTo>
                <a:lnTo>
                  <a:pt x="12185904" y="6687311"/>
                </a:lnTo>
              </a:path>
              <a:path w="12192000" h="6858000">
                <a:moveTo>
                  <a:pt x="0" y="0"/>
                </a:moveTo>
                <a:lnTo>
                  <a:pt x="0" y="6857999"/>
                </a:lnTo>
              </a:path>
              <a:path w="12192000" h="6858000">
                <a:moveTo>
                  <a:pt x="11993880" y="0"/>
                </a:moveTo>
                <a:lnTo>
                  <a:pt x="11993880" y="6857999"/>
                </a:lnTo>
              </a:path>
              <a:path w="12192000" h="6858000">
                <a:moveTo>
                  <a:pt x="192024" y="0"/>
                </a:moveTo>
                <a:lnTo>
                  <a:pt x="192024" y="6857999"/>
                </a:lnTo>
              </a:path>
              <a:path w="12192000" h="6858000">
                <a:moveTo>
                  <a:pt x="1176528" y="0"/>
                </a:moveTo>
                <a:lnTo>
                  <a:pt x="1176528" y="6857999"/>
                </a:lnTo>
              </a:path>
              <a:path w="12192000" h="6858000">
                <a:moveTo>
                  <a:pt x="2157984" y="0"/>
                </a:moveTo>
                <a:lnTo>
                  <a:pt x="2157984" y="6857999"/>
                </a:lnTo>
              </a:path>
              <a:path w="12192000" h="6858000">
                <a:moveTo>
                  <a:pt x="3142488" y="0"/>
                </a:moveTo>
                <a:lnTo>
                  <a:pt x="3142488" y="6857999"/>
                </a:lnTo>
              </a:path>
              <a:path w="12192000" h="6858000">
                <a:moveTo>
                  <a:pt x="4126991" y="0"/>
                </a:moveTo>
                <a:lnTo>
                  <a:pt x="4126991" y="6857999"/>
                </a:lnTo>
              </a:path>
              <a:path w="12192000" h="6858000">
                <a:moveTo>
                  <a:pt x="5108448" y="0"/>
                </a:moveTo>
                <a:lnTo>
                  <a:pt x="5108448" y="6857999"/>
                </a:lnTo>
              </a:path>
              <a:path w="12192000" h="6858000">
                <a:moveTo>
                  <a:pt x="6092952" y="0"/>
                </a:moveTo>
                <a:lnTo>
                  <a:pt x="6092952" y="6857999"/>
                </a:lnTo>
              </a:path>
              <a:path w="12192000" h="6858000">
                <a:moveTo>
                  <a:pt x="7077456" y="0"/>
                </a:moveTo>
                <a:lnTo>
                  <a:pt x="7077456" y="6857999"/>
                </a:lnTo>
              </a:path>
              <a:path w="12192000" h="6858000">
                <a:moveTo>
                  <a:pt x="8058911" y="0"/>
                </a:moveTo>
                <a:lnTo>
                  <a:pt x="8058911" y="6857999"/>
                </a:lnTo>
              </a:path>
              <a:path w="12192000" h="6858000">
                <a:moveTo>
                  <a:pt x="9043416" y="0"/>
                </a:moveTo>
                <a:lnTo>
                  <a:pt x="9043416" y="6857999"/>
                </a:lnTo>
              </a:path>
              <a:path w="12192000" h="6858000">
                <a:moveTo>
                  <a:pt x="10027920" y="0"/>
                </a:moveTo>
                <a:lnTo>
                  <a:pt x="10027920" y="6857999"/>
                </a:lnTo>
              </a:path>
              <a:path w="12192000" h="6858000">
                <a:moveTo>
                  <a:pt x="11009376" y="0"/>
                </a:moveTo>
                <a:lnTo>
                  <a:pt x="11009376" y="6857999"/>
                </a:lnTo>
              </a:path>
              <a:path w="12192000" h="6858000">
                <a:moveTo>
                  <a:pt x="12185904" y="0"/>
                </a:moveTo>
                <a:lnTo>
                  <a:pt x="12185904" y="6857999"/>
                </a:lnTo>
              </a:path>
              <a:path w="12192000" h="6858000">
                <a:moveTo>
                  <a:pt x="0" y="170688"/>
                </a:moveTo>
                <a:lnTo>
                  <a:pt x="12192000" y="170688"/>
                </a:lnTo>
              </a:path>
              <a:path w="12192000" h="6858000">
                <a:moveTo>
                  <a:pt x="0" y="713232"/>
                </a:moveTo>
                <a:lnTo>
                  <a:pt x="12192000" y="713232"/>
                </a:lnTo>
              </a:path>
              <a:path w="12192000" h="6858000">
                <a:moveTo>
                  <a:pt x="0" y="1258824"/>
                </a:moveTo>
                <a:lnTo>
                  <a:pt x="12192000" y="1258824"/>
                </a:lnTo>
              </a:path>
              <a:path w="12192000" h="6858000">
                <a:moveTo>
                  <a:pt x="0" y="1801367"/>
                </a:moveTo>
                <a:lnTo>
                  <a:pt x="12192000" y="1801367"/>
                </a:lnTo>
              </a:path>
              <a:path w="12192000" h="6858000">
                <a:moveTo>
                  <a:pt x="0" y="2343912"/>
                </a:moveTo>
                <a:lnTo>
                  <a:pt x="12192000" y="2343912"/>
                </a:lnTo>
              </a:path>
              <a:path w="12192000" h="6858000">
                <a:moveTo>
                  <a:pt x="0" y="2886455"/>
                </a:moveTo>
                <a:lnTo>
                  <a:pt x="12192000" y="2886455"/>
                </a:lnTo>
              </a:path>
              <a:path w="12192000" h="6858000">
                <a:moveTo>
                  <a:pt x="0" y="3429000"/>
                </a:moveTo>
                <a:lnTo>
                  <a:pt x="12192000" y="3429000"/>
                </a:lnTo>
              </a:path>
              <a:path w="12192000" h="6858000">
                <a:moveTo>
                  <a:pt x="0" y="3971544"/>
                </a:moveTo>
                <a:lnTo>
                  <a:pt x="12192000" y="3971544"/>
                </a:lnTo>
              </a:path>
              <a:path w="12192000" h="6858000">
                <a:moveTo>
                  <a:pt x="0" y="4514088"/>
                </a:moveTo>
                <a:lnTo>
                  <a:pt x="12192000" y="4514088"/>
                </a:lnTo>
              </a:path>
              <a:path w="12192000" h="6858000">
                <a:moveTo>
                  <a:pt x="0" y="5056632"/>
                </a:moveTo>
                <a:lnTo>
                  <a:pt x="12192000" y="5056632"/>
                </a:lnTo>
              </a:path>
              <a:path w="12192000" h="6858000">
                <a:moveTo>
                  <a:pt x="0" y="5599176"/>
                </a:moveTo>
                <a:lnTo>
                  <a:pt x="12192000" y="5599176"/>
                </a:lnTo>
              </a:path>
              <a:path w="12192000" h="6858000">
                <a:moveTo>
                  <a:pt x="0" y="6857999"/>
                </a:moveTo>
                <a:lnTo>
                  <a:pt x="12192000" y="6858000"/>
                </a:lnTo>
              </a:path>
              <a:path w="12192000" h="6858000">
                <a:moveTo>
                  <a:pt x="15240" y="6144768"/>
                </a:moveTo>
                <a:lnTo>
                  <a:pt x="12192000" y="6144768"/>
                </a:lnTo>
              </a:path>
              <a:path w="12192000" h="6858000">
                <a:moveTo>
                  <a:pt x="682752" y="170688"/>
                </a:moveTo>
                <a:lnTo>
                  <a:pt x="682752" y="6682155"/>
                </a:lnTo>
              </a:path>
              <a:path w="12192000" h="6858000">
                <a:moveTo>
                  <a:pt x="11509248" y="173735"/>
                </a:moveTo>
                <a:lnTo>
                  <a:pt x="11509248" y="6685203"/>
                </a:lnTo>
              </a:path>
            </a:pathLst>
          </a:custGeom>
          <a:noFill/>
          <a:ln w="12192">
            <a:solidFill>
              <a:srgbClr val="bbbbbb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8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0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1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12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5A26B4-002A-4320-9DDD-0F96F122B805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bg object 16"/>
          <p:cNvSpPr/>
          <p:nvPr/>
        </p:nvSpPr>
        <p:spPr>
          <a:xfrm>
            <a:off x="0" y="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0" y="6687311"/>
                </a:moveTo>
                <a:lnTo>
                  <a:pt x="12185904" y="6687311"/>
                </a:lnTo>
              </a:path>
              <a:path w="12192000" h="6858000">
                <a:moveTo>
                  <a:pt x="0" y="0"/>
                </a:moveTo>
                <a:lnTo>
                  <a:pt x="0" y="6857999"/>
                </a:lnTo>
              </a:path>
              <a:path w="12192000" h="6858000">
                <a:moveTo>
                  <a:pt x="11993880" y="0"/>
                </a:moveTo>
                <a:lnTo>
                  <a:pt x="11993880" y="6857999"/>
                </a:lnTo>
              </a:path>
              <a:path w="12192000" h="6858000">
                <a:moveTo>
                  <a:pt x="192024" y="0"/>
                </a:moveTo>
                <a:lnTo>
                  <a:pt x="192024" y="6857999"/>
                </a:lnTo>
              </a:path>
              <a:path w="12192000" h="6858000">
                <a:moveTo>
                  <a:pt x="1176528" y="0"/>
                </a:moveTo>
                <a:lnTo>
                  <a:pt x="1176528" y="6857999"/>
                </a:lnTo>
              </a:path>
              <a:path w="12192000" h="6858000">
                <a:moveTo>
                  <a:pt x="2157984" y="0"/>
                </a:moveTo>
                <a:lnTo>
                  <a:pt x="2157984" y="6857999"/>
                </a:lnTo>
              </a:path>
              <a:path w="12192000" h="6858000">
                <a:moveTo>
                  <a:pt x="3142488" y="0"/>
                </a:moveTo>
                <a:lnTo>
                  <a:pt x="3142488" y="6857999"/>
                </a:lnTo>
              </a:path>
              <a:path w="12192000" h="6858000">
                <a:moveTo>
                  <a:pt x="4126991" y="0"/>
                </a:moveTo>
                <a:lnTo>
                  <a:pt x="4126991" y="6857999"/>
                </a:lnTo>
              </a:path>
              <a:path w="12192000" h="6858000">
                <a:moveTo>
                  <a:pt x="5108448" y="0"/>
                </a:moveTo>
                <a:lnTo>
                  <a:pt x="5108448" y="6857999"/>
                </a:lnTo>
              </a:path>
              <a:path w="12192000" h="6858000">
                <a:moveTo>
                  <a:pt x="6092952" y="0"/>
                </a:moveTo>
                <a:lnTo>
                  <a:pt x="6092952" y="6857999"/>
                </a:lnTo>
              </a:path>
              <a:path w="12192000" h="6858000">
                <a:moveTo>
                  <a:pt x="7077456" y="0"/>
                </a:moveTo>
                <a:lnTo>
                  <a:pt x="7077456" y="6857999"/>
                </a:lnTo>
              </a:path>
              <a:path w="12192000" h="6858000">
                <a:moveTo>
                  <a:pt x="8058911" y="0"/>
                </a:moveTo>
                <a:lnTo>
                  <a:pt x="8058911" y="6857999"/>
                </a:lnTo>
              </a:path>
              <a:path w="12192000" h="6858000">
                <a:moveTo>
                  <a:pt x="9043416" y="0"/>
                </a:moveTo>
                <a:lnTo>
                  <a:pt x="9043416" y="6857999"/>
                </a:lnTo>
              </a:path>
              <a:path w="12192000" h="6858000">
                <a:moveTo>
                  <a:pt x="10027920" y="0"/>
                </a:moveTo>
                <a:lnTo>
                  <a:pt x="10027920" y="6857999"/>
                </a:lnTo>
              </a:path>
              <a:path w="12192000" h="6858000">
                <a:moveTo>
                  <a:pt x="11009376" y="0"/>
                </a:moveTo>
                <a:lnTo>
                  <a:pt x="11009376" y="6857999"/>
                </a:lnTo>
              </a:path>
              <a:path w="12192000" h="6858000">
                <a:moveTo>
                  <a:pt x="12185904" y="0"/>
                </a:moveTo>
                <a:lnTo>
                  <a:pt x="12185904" y="6857999"/>
                </a:lnTo>
              </a:path>
              <a:path w="12192000" h="6858000">
                <a:moveTo>
                  <a:pt x="0" y="170688"/>
                </a:moveTo>
                <a:lnTo>
                  <a:pt x="12192000" y="170688"/>
                </a:lnTo>
              </a:path>
              <a:path w="12192000" h="6858000">
                <a:moveTo>
                  <a:pt x="0" y="713232"/>
                </a:moveTo>
                <a:lnTo>
                  <a:pt x="12192000" y="713232"/>
                </a:lnTo>
              </a:path>
              <a:path w="12192000" h="6858000">
                <a:moveTo>
                  <a:pt x="0" y="1258824"/>
                </a:moveTo>
                <a:lnTo>
                  <a:pt x="12192000" y="1258824"/>
                </a:lnTo>
              </a:path>
              <a:path w="12192000" h="6858000">
                <a:moveTo>
                  <a:pt x="0" y="1801367"/>
                </a:moveTo>
                <a:lnTo>
                  <a:pt x="12192000" y="1801367"/>
                </a:lnTo>
              </a:path>
              <a:path w="12192000" h="6858000">
                <a:moveTo>
                  <a:pt x="0" y="2343912"/>
                </a:moveTo>
                <a:lnTo>
                  <a:pt x="12192000" y="2343912"/>
                </a:lnTo>
              </a:path>
              <a:path w="12192000" h="6858000">
                <a:moveTo>
                  <a:pt x="0" y="2886455"/>
                </a:moveTo>
                <a:lnTo>
                  <a:pt x="12192000" y="2886455"/>
                </a:lnTo>
              </a:path>
              <a:path w="12192000" h="6858000">
                <a:moveTo>
                  <a:pt x="0" y="3429000"/>
                </a:moveTo>
                <a:lnTo>
                  <a:pt x="12192000" y="3429000"/>
                </a:lnTo>
              </a:path>
              <a:path w="12192000" h="6858000">
                <a:moveTo>
                  <a:pt x="0" y="3971544"/>
                </a:moveTo>
                <a:lnTo>
                  <a:pt x="12192000" y="3971544"/>
                </a:lnTo>
              </a:path>
              <a:path w="12192000" h="6858000">
                <a:moveTo>
                  <a:pt x="0" y="4514088"/>
                </a:moveTo>
                <a:lnTo>
                  <a:pt x="12192000" y="4514088"/>
                </a:lnTo>
              </a:path>
              <a:path w="12192000" h="6858000">
                <a:moveTo>
                  <a:pt x="0" y="5056632"/>
                </a:moveTo>
                <a:lnTo>
                  <a:pt x="12192000" y="5056632"/>
                </a:lnTo>
              </a:path>
              <a:path w="12192000" h="6858000">
                <a:moveTo>
                  <a:pt x="0" y="5599176"/>
                </a:moveTo>
                <a:lnTo>
                  <a:pt x="12192000" y="5599176"/>
                </a:lnTo>
              </a:path>
              <a:path w="12192000" h="6858000">
                <a:moveTo>
                  <a:pt x="0" y="6857999"/>
                </a:moveTo>
                <a:lnTo>
                  <a:pt x="12192000" y="6858000"/>
                </a:lnTo>
              </a:path>
              <a:path w="12192000" h="6858000">
                <a:moveTo>
                  <a:pt x="15240" y="6144768"/>
                </a:moveTo>
                <a:lnTo>
                  <a:pt x="12192000" y="6144768"/>
                </a:lnTo>
              </a:path>
              <a:path w="12192000" h="6858000">
                <a:moveTo>
                  <a:pt x="682752" y="170688"/>
                </a:moveTo>
                <a:lnTo>
                  <a:pt x="682752" y="6682155"/>
                </a:lnTo>
              </a:path>
              <a:path w="12192000" h="6858000">
                <a:moveTo>
                  <a:pt x="11509248" y="173735"/>
                </a:moveTo>
                <a:lnTo>
                  <a:pt x="11509248" y="6685203"/>
                </a:lnTo>
              </a:path>
            </a:pathLst>
          </a:custGeom>
          <a:noFill/>
          <a:ln w="12192">
            <a:solidFill>
              <a:srgbClr val="bbbbbb"/>
            </a:solidFill>
            <a:prstDash val="sysDot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ftr" idx="13"/>
          </p:nvPr>
        </p:nvSpPr>
        <p:spPr>
          <a:xfrm>
            <a:off x="4145400" y="6378120"/>
            <a:ext cx="390096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dt" idx="14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5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5DFFF1-082D-4CA8-A835-2B30CC110849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bject 2"/>
          <p:cNvSpPr/>
          <p:nvPr/>
        </p:nvSpPr>
        <p:spPr>
          <a:xfrm>
            <a:off x="-2880" y="0"/>
            <a:ext cx="360" cy="6857640"/>
          </a:xfrm>
          <a:custGeom>
            <a:avLst/>
            <a:gdLst>
              <a:gd name="textAreaLeft" fmla="*/ 0 w 360"/>
              <a:gd name="textAreaRight" fmla="*/ 720 w 3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0"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noFill/>
          <a:ln w="6096">
            <a:solidFill>
              <a:srgbClr val="bbbbb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" name="object 3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41" name="object 4"/>
            <p:cNvSpPr/>
            <p:nvPr/>
          </p:nvSpPr>
          <p:spPr>
            <a:xfrm>
              <a:off x="0" y="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12192000" h="6858000">
                  <a:moveTo>
                    <a:pt x="0" y="6687311"/>
                  </a:moveTo>
                  <a:lnTo>
                    <a:pt x="12185904" y="6687311"/>
                  </a:lnTo>
                </a:path>
                <a:path w="12192000" h="6858000">
                  <a:moveTo>
                    <a:pt x="0" y="0"/>
                  </a:moveTo>
                  <a:lnTo>
                    <a:pt x="0" y="6857999"/>
                  </a:lnTo>
                </a:path>
                <a:path w="12192000" h="6858000">
                  <a:moveTo>
                    <a:pt x="11993880" y="0"/>
                  </a:moveTo>
                  <a:lnTo>
                    <a:pt x="11993880" y="6857999"/>
                  </a:lnTo>
                </a:path>
                <a:path w="12192000" h="6858000">
                  <a:moveTo>
                    <a:pt x="192024" y="0"/>
                  </a:moveTo>
                  <a:lnTo>
                    <a:pt x="192024" y="6857999"/>
                  </a:lnTo>
                </a:path>
                <a:path w="12192000" h="6858000">
                  <a:moveTo>
                    <a:pt x="1176528" y="0"/>
                  </a:moveTo>
                  <a:lnTo>
                    <a:pt x="1176528" y="6857999"/>
                  </a:lnTo>
                </a:path>
                <a:path w="12192000" h="6858000">
                  <a:moveTo>
                    <a:pt x="2157984" y="0"/>
                  </a:moveTo>
                  <a:lnTo>
                    <a:pt x="2157984" y="6857999"/>
                  </a:lnTo>
                </a:path>
                <a:path w="12192000" h="6858000">
                  <a:moveTo>
                    <a:pt x="3142488" y="0"/>
                  </a:moveTo>
                  <a:lnTo>
                    <a:pt x="3142488" y="6857999"/>
                  </a:lnTo>
                </a:path>
                <a:path w="12192000" h="6858000">
                  <a:moveTo>
                    <a:pt x="4126991" y="0"/>
                  </a:moveTo>
                  <a:lnTo>
                    <a:pt x="4126991" y="6857999"/>
                  </a:lnTo>
                </a:path>
                <a:path w="12192000" h="6858000">
                  <a:moveTo>
                    <a:pt x="5108448" y="0"/>
                  </a:moveTo>
                  <a:lnTo>
                    <a:pt x="5108448" y="6857999"/>
                  </a:lnTo>
                </a:path>
                <a:path w="12192000" h="6858000">
                  <a:moveTo>
                    <a:pt x="6092952" y="0"/>
                  </a:moveTo>
                  <a:lnTo>
                    <a:pt x="6092952" y="6857999"/>
                  </a:lnTo>
                </a:path>
                <a:path w="12192000" h="6858000">
                  <a:moveTo>
                    <a:pt x="7077456" y="0"/>
                  </a:moveTo>
                  <a:lnTo>
                    <a:pt x="7077456" y="6857999"/>
                  </a:lnTo>
                </a:path>
                <a:path w="12192000" h="6858000">
                  <a:moveTo>
                    <a:pt x="8058911" y="0"/>
                  </a:moveTo>
                  <a:lnTo>
                    <a:pt x="8058911" y="6857999"/>
                  </a:lnTo>
                </a:path>
                <a:path w="12192000" h="6858000">
                  <a:moveTo>
                    <a:pt x="9043416" y="0"/>
                  </a:moveTo>
                  <a:lnTo>
                    <a:pt x="9043416" y="6857999"/>
                  </a:lnTo>
                </a:path>
                <a:path w="12192000" h="6858000">
                  <a:moveTo>
                    <a:pt x="10027920" y="0"/>
                  </a:moveTo>
                  <a:lnTo>
                    <a:pt x="10027920" y="6857999"/>
                  </a:lnTo>
                </a:path>
                <a:path w="12192000" h="6858000">
                  <a:moveTo>
                    <a:pt x="11009376" y="0"/>
                  </a:moveTo>
                  <a:lnTo>
                    <a:pt x="11009376" y="6857999"/>
                  </a:lnTo>
                </a:path>
                <a:path w="12192000" h="6858000">
                  <a:moveTo>
                    <a:pt x="12185904" y="0"/>
                  </a:moveTo>
                  <a:lnTo>
                    <a:pt x="12185904" y="6857999"/>
                  </a:lnTo>
                </a:path>
                <a:path w="12192000" h="6858000">
                  <a:moveTo>
                    <a:pt x="0" y="170688"/>
                  </a:moveTo>
                  <a:lnTo>
                    <a:pt x="12192000" y="170688"/>
                  </a:lnTo>
                </a:path>
                <a:path w="12192000" h="6858000">
                  <a:moveTo>
                    <a:pt x="0" y="713232"/>
                  </a:moveTo>
                  <a:lnTo>
                    <a:pt x="12192000" y="713232"/>
                  </a:lnTo>
                </a:path>
                <a:path w="12192000" h="6858000">
                  <a:moveTo>
                    <a:pt x="0" y="1258824"/>
                  </a:moveTo>
                  <a:lnTo>
                    <a:pt x="12192000" y="1258824"/>
                  </a:lnTo>
                </a:path>
                <a:path w="12192000" h="6858000">
                  <a:moveTo>
                    <a:pt x="0" y="1801367"/>
                  </a:moveTo>
                  <a:lnTo>
                    <a:pt x="12192000" y="1801367"/>
                  </a:lnTo>
                </a:path>
                <a:path w="12192000" h="6858000">
                  <a:moveTo>
                    <a:pt x="0" y="2343912"/>
                  </a:moveTo>
                  <a:lnTo>
                    <a:pt x="12192000" y="2343912"/>
                  </a:lnTo>
                </a:path>
                <a:path w="12192000" h="6858000">
                  <a:moveTo>
                    <a:pt x="0" y="2886455"/>
                  </a:moveTo>
                  <a:lnTo>
                    <a:pt x="12192000" y="2886455"/>
                  </a:lnTo>
                </a:path>
                <a:path w="12192000" h="6858000">
                  <a:moveTo>
                    <a:pt x="0" y="3429000"/>
                  </a:moveTo>
                  <a:lnTo>
                    <a:pt x="12192000" y="3429000"/>
                  </a:lnTo>
                </a:path>
                <a:path w="12192000" h="6858000">
                  <a:moveTo>
                    <a:pt x="0" y="3971544"/>
                  </a:moveTo>
                  <a:lnTo>
                    <a:pt x="12192000" y="3971544"/>
                  </a:lnTo>
                </a:path>
                <a:path w="12192000" h="6858000">
                  <a:moveTo>
                    <a:pt x="0" y="4514088"/>
                  </a:moveTo>
                  <a:lnTo>
                    <a:pt x="12192000" y="4514088"/>
                  </a:lnTo>
                </a:path>
                <a:path w="12192000" h="6858000">
                  <a:moveTo>
                    <a:pt x="0" y="5056632"/>
                  </a:moveTo>
                  <a:lnTo>
                    <a:pt x="12192000" y="5056632"/>
                  </a:lnTo>
                </a:path>
                <a:path w="12192000" h="6858000">
                  <a:moveTo>
                    <a:pt x="0" y="5599176"/>
                  </a:moveTo>
                  <a:lnTo>
                    <a:pt x="12192000" y="5599176"/>
                  </a:lnTo>
                </a:path>
                <a:path w="12192000" h="6858000">
                  <a:moveTo>
                    <a:pt x="0" y="6857999"/>
                  </a:moveTo>
                  <a:lnTo>
                    <a:pt x="12192000" y="6858000"/>
                  </a:lnTo>
                </a:path>
                <a:path w="12192000" h="6858000">
                  <a:moveTo>
                    <a:pt x="15240" y="6144768"/>
                  </a:moveTo>
                  <a:lnTo>
                    <a:pt x="12192000" y="6144768"/>
                  </a:lnTo>
                </a:path>
                <a:path w="12192000" h="6858000">
                  <a:moveTo>
                    <a:pt x="682752" y="170688"/>
                  </a:moveTo>
                  <a:lnTo>
                    <a:pt x="682752" y="6682155"/>
                  </a:lnTo>
                </a:path>
                <a:path w="12192000" h="6858000">
                  <a:moveTo>
                    <a:pt x="11509248" y="173735"/>
                  </a:moveTo>
                  <a:lnTo>
                    <a:pt x="11509248" y="6685203"/>
                  </a:lnTo>
                </a:path>
              </a:pathLst>
            </a:custGeom>
            <a:noFill/>
            <a:ln w="12192">
              <a:solidFill>
                <a:srgbClr val="bbbbbb"/>
              </a:solidFill>
              <a:prstDash val="sysDot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2" name="object 5" descr=""/>
            <p:cNvPicPr/>
            <p:nvPr/>
          </p:nvPicPr>
          <p:blipFill>
            <a:blip r:embed="rId1"/>
            <a:stretch/>
          </p:blipFill>
          <p:spPr>
            <a:xfrm>
              <a:off x="0" y="0"/>
              <a:ext cx="11149200" cy="68576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85800" y="1371600"/>
            <a:ext cx="7573320" cy="11577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ffffff"/>
                </a:solidFill>
                <a:latin typeface="Arial MT"/>
              </a:rPr>
              <a:t>VIBEATHON</a:t>
            </a:r>
            <a:endParaRPr b="0" lang="en-US" sz="5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object 7"/>
          <p:cNvSpPr/>
          <p:nvPr/>
        </p:nvSpPr>
        <p:spPr>
          <a:xfrm>
            <a:off x="762840" y="3573000"/>
            <a:ext cx="2311560" cy="279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41120" bIns="0" anchor="t">
            <a:spAutoFit/>
          </a:bodyPr>
          <a:p>
            <a:pPr marL="12600">
              <a:lnSpc>
                <a:spcPct val="100000"/>
              </a:lnSpc>
              <a:spcBef>
                <a:spcPts val="1111"/>
              </a:spcBef>
            </a:pPr>
            <a:r>
              <a:rPr b="0" lang="en-US" sz="2200" spc="-46" strike="noStrike">
                <a:solidFill>
                  <a:srgbClr val="ffffff"/>
                </a:solidFill>
                <a:latin typeface="Arial MT"/>
              </a:rPr>
              <a:t>Team</a:t>
            </a:r>
            <a:r>
              <a:rPr b="0" lang="en-US" sz="2200" spc="-8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en-US" sz="2200" spc="-12" strike="noStrike">
                <a:solidFill>
                  <a:srgbClr val="ffffff"/>
                </a:solidFill>
                <a:latin typeface="Arial MT"/>
              </a:rPr>
              <a:t>Members: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009"/>
              </a:spcBef>
              <a:buClr>
                <a:srgbClr val="8d86a6"/>
              </a:buClr>
              <a:buSzPct val="75000"/>
              <a:buFont typeface="Symbol" charset="2"/>
              <a:buChar char=""/>
              <a:tabLst>
                <a:tab algn="l" pos="35676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MT"/>
              </a:rPr>
              <a:t>Anubhav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984"/>
              </a:spcBef>
              <a:buClr>
                <a:srgbClr val="8d86a6"/>
              </a:buClr>
              <a:buSzPct val="75000"/>
              <a:buFont typeface="Symbol" charset="2"/>
              <a:buChar char=""/>
              <a:tabLst>
                <a:tab algn="l" pos="35676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MT"/>
              </a:rPr>
              <a:t>Tejus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009"/>
              </a:spcBef>
              <a:buClr>
                <a:srgbClr val="8d86a6"/>
              </a:buClr>
              <a:buSzPct val="75000"/>
              <a:buFont typeface="Symbol" charset="2"/>
              <a:buChar char=""/>
              <a:tabLst>
                <a:tab algn="l" pos="35676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MT"/>
              </a:rPr>
              <a:t>Karthik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009"/>
              </a:spcBef>
              <a:buClr>
                <a:srgbClr val="8d86a6"/>
              </a:buClr>
              <a:buSzPct val="75000"/>
              <a:buFont typeface="Symbol" charset="2"/>
              <a:buChar char=""/>
              <a:tabLst>
                <a:tab algn="l" pos="35676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MT"/>
              </a:rPr>
              <a:t>Arjav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356760" indent="-344160">
              <a:lnSpc>
                <a:spcPct val="100000"/>
              </a:lnSpc>
              <a:spcBef>
                <a:spcPts val="1009"/>
              </a:spcBef>
              <a:buClr>
                <a:srgbClr val="8d86a6"/>
              </a:buClr>
              <a:buSzPct val="75000"/>
              <a:buFont typeface="Symbol" charset="2"/>
              <a:buChar char=""/>
              <a:tabLst>
                <a:tab algn="l" pos="356760"/>
              </a:tabLst>
            </a:pPr>
            <a:r>
              <a:rPr b="0" lang="en-US" sz="2200" spc="-1" strike="noStrike">
                <a:solidFill>
                  <a:srgbClr val="ffffff"/>
                </a:solidFill>
                <a:latin typeface="Arial MT"/>
              </a:rPr>
              <a:t>Akshay</a:t>
            </a:r>
            <a:r>
              <a:rPr b="0" lang="en-US" sz="2200" spc="-46" strike="noStrike">
                <a:solidFill>
                  <a:srgbClr val="ffffff"/>
                </a:solidFill>
                <a:latin typeface="Arial MT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bject 2"/>
          <p:cNvSpPr/>
          <p:nvPr/>
        </p:nvSpPr>
        <p:spPr>
          <a:xfrm>
            <a:off x="0" y="1410480"/>
            <a:ext cx="390240" cy="780120"/>
          </a:xfrm>
          <a:custGeom>
            <a:avLst/>
            <a:gdLst>
              <a:gd name="textAreaLeft" fmla="*/ 0 w 390240"/>
              <a:gd name="textAreaRight" fmla="*/ 390600 w 390240"/>
              <a:gd name="textAreaTop" fmla="*/ 0 h 780120"/>
              <a:gd name="textAreaBottom" fmla="*/ 780480 h 780120"/>
            </a:gdLst>
            <a:ahLst/>
            <a:rect l="textAreaLeft" t="textAreaTop" r="textAreaRight" b="textAreaBottom"/>
            <a:pathLst>
              <a:path w="390525" h="780414">
                <a:moveTo>
                  <a:pt x="0" y="0"/>
                </a:moveTo>
                <a:lnTo>
                  <a:pt x="0" y="780052"/>
                </a:lnTo>
                <a:lnTo>
                  <a:pt x="390042" y="390026"/>
                </a:lnTo>
                <a:lnTo>
                  <a:pt x="0" y="0"/>
                </a:lnTo>
                <a:close/>
              </a:path>
            </a:pathLst>
          </a:custGeom>
          <a:solidFill>
            <a:srgbClr val="1ebd9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1359720"/>
          </a:xfrm>
          <a:prstGeom prst="rect">
            <a:avLst/>
          </a:prstGeom>
          <a:noFill/>
          <a:ln w="0">
            <a:noFill/>
          </a:ln>
        </p:spPr>
        <p:txBody>
          <a:bodyPr lIns="0" rIns="0" tIns="214560" bIns="0" anchor="t">
            <a:noAutofit/>
          </a:bodyPr>
          <a:p>
            <a:pPr marL="1404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4400" spc="-1" strike="noStrike">
                <a:solidFill>
                  <a:srgbClr val="2a2735"/>
                </a:solidFill>
                <a:latin typeface="Times New Roman"/>
              </a:rPr>
              <a:t>About</a:t>
            </a:r>
            <a:r>
              <a:rPr b="0" lang="en-US" sz="4400" spc="-114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400" spc="-12" strike="noStrike">
                <a:solidFill>
                  <a:srgbClr val="2a2735"/>
                </a:solidFill>
                <a:latin typeface="Times New Roman"/>
              </a:rPr>
              <a:t>Problem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object 4"/>
          <p:cNvSpPr/>
          <p:nvPr/>
        </p:nvSpPr>
        <p:spPr>
          <a:xfrm>
            <a:off x="802800" y="1938240"/>
            <a:ext cx="9834480" cy="295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240" bIns="0" anchor="t">
            <a:spAutoFit/>
          </a:bodyPr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2a2735"/>
                </a:solidFill>
                <a:latin typeface="Times New Roman"/>
              </a:rPr>
              <a:t>Fragmented Event Management: Scattered tools make coordination messy and error-prone.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2a2735"/>
                </a:solidFill>
                <a:latin typeface="Times New Roman"/>
              </a:rPr>
              <a:t>Inefficient Communication: Silos cause delays and missed updates.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2a2735"/>
                </a:solidFill>
                <a:latin typeface="Times New Roman"/>
              </a:rPr>
              <a:t>Lack of Real-Time Control: Hard to adapt to last-minute changes without live tracking.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2a2735"/>
                </a:solidFill>
                <a:latin typeface="Times New Roman"/>
              </a:rPr>
              <a:t>Post-Event Gaps: Manual processes reduce engagement after the event.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bject 2"/>
          <p:cNvSpPr/>
          <p:nvPr/>
        </p:nvSpPr>
        <p:spPr>
          <a:xfrm>
            <a:off x="2880" y="1398600"/>
            <a:ext cx="401760" cy="803520"/>
          </a:xfrm>
          <a:custGeom>
            <a:avLst/>
            <a:gdLst>
              <a:gd name="textAreaLeft" fmla="*/ 0 w 401760"/>
              <a:gd name="textAreaRight" fmla="*/ 402120 w 401760"/>
              <a:gd name="textAreaTop" fmla="*/ 0 h 803520"/>
              <a:gd name="textAreaBottom" fmla="*/ 803880 h 803520"/>
            </a:gdLst>
            <a:ahLst/>
            <a:rect l="textAreaLeft" t="textAreaTop" r="textAreaRight" b="textAreaBottom"/>
            <a:pathLst>
              <a:path w="401955" h="803910">
                <a:moveTo>
                  <a:pt x="0" y="0"/>
                </a:moveTo>
                <a:lnTo>
                  <a:pt x="0" y="803655"/>
                </a:lnTo>
                <a:lnTo>
                  <a:pt x="401838" y="401827"/>
                </a:lnTo>
                <a:lnTo>
                  <a:pt x="0" y="0"/>
                </a:lnTo>
                <a:close/>
              </a:path>
            </a:pathLst>
          </a:custGeom>
          <a:solidFill>
            <a:srgbClr val="1ebd9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1312920"/>
          </a:xfrm>
          <a:prstGeom prst="rect">
            <a:avLst/>
          </a:prstGeom>
          <a:noFill/>
          <a:ln w="0">
            <a:noFill/>
          </a:ln>
        </p:spPr>
        <p:txBody>
          <a:bodyPr lIns="0" rIns="0" tIns="16776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6"/>
              </a:spcBef>
              <a:buNone/>
            </a:pPr>
            <a:r>
              <a:rPr b="0" lang="en-US" sz="4400" spc="-12" strike="noStrike">
                <a:solidFill>
                  <a:srgbClr val="2a2735"/>
                </a:solidFill>
                <a:latin typeface="Times New Roman"/>
              </a:rPr>
              <a:t>EventOps:</a:t>
            </a:r>
            <a:r>
              <a:rPr b="0" lang="en-US" sz="4400" spc="-222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400" spc="-131" strike="noStrike">
                <a:solidFill>
                  <a:srgbClr val="2a2735"/>
                </a:solidFill>
                <a:latin typeface="Times New Roman"/>
              </a:rPr>
              <a:t>Your</a:t>
            </a:r>
            <a:r>
              <a:rPr b="0" lang="en-US" sz="4400" spc="-265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400" spc="-1" strike="noStrike">
                <a:solidFill>
                  <a:srgbClr val="2a2735"/>
                </a:solidFill>
                <a:latin typeface="Times New Roman"/>
              </a:rPr>
              <a:t>AI</a:t>
            </a:r>
            <a:r>
              <a:rPr b="0" lang="en-US" sz="4400" spc="-21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400" spc="-256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400" spc="-12" strike="noStrike">
                <a:solidFill>
                  <a:srgbClr val="2a2735"/>
                </a:solidFill>
                <a:latin typeface="Times New Roman"/>
              </a:rPr>
              <a:t>EventManager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object 4"/>
          <p:cNvSpPr/>
          <p:nvPr/>
        </p:nvSpPr>
        <p:spPr>
          <a:xfrm>
            <a:off x="712080" y="1661400"/>
            <a:ext cx="9894960" cy="369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14480" bIns="0" anchor="t">
            <a:spAutoFit/>
          </a:bodyPr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Smart Tasks – Stage-wise tracking with reminders &amp; checklists.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Vendor Hub – Centralized vendor &amp; resource coordination.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Team Management – Assign &amp; monitor volunteers, speakers, schedules.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Dynamic Agenda – Real-time session updates &amp; bulk uploads.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Feedback &amp; Insights – Collect, analyze, and act on event feedback.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Auto Certificates – One-click generation &amp; distribution.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Photo Gallery – Share event highlights seamlessly.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1198800"/>
          </a:xfrm>
          <a:prstGeom prst="rect">
            <a:avLst/>
          </a:prstGeom>
          <a:noFill/>
          <a:ln w="0">
            <a:noFill/>
          </a:ln>
        </p:spPr>
        <p:txBody>
          <a:bodyPr lIns="0" rIns="0" tIns="53640" bIns="0" anchor="t">
            <a:noAutofit/>
          </a:bodyPr>
          <a:p>
            <a:pPr marL="14040" indent="0">
              <a:lnSpc>
                <a:spcPct val="100000"/>
              </a:lnSpc>
              <a:spcBef>
                <a:spcPts val="91"/>
              </a:spcBef>
              <a:buNone/>
            </a:pPr>
            <a:r>
              <a:rPr b="0" lang="en-US" sz="4400" spc="-32" strike="noStrike">
                <a:solidFill>
                  <a:srgbClr val="2a2735"/>
                </a:solidFill>
                <a:latin typeface="Times New Roman"/>
              </a:rPr>
              <a:t>Technology</a:t>
            </a:r>
            <a:r>
              <a:rPr b="0" lang="en-US" sz="4400" spc="-211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400" spc="-12" strike="noStrike">
                <a:solidFill>
                  <a:srgbClr val="2a2735"/>
                </a:solidFill>
                <a:latin typeface="Times New Roman"/>
              </a:rPr>
              <a:t>Stack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object 3"/>
          <p:cNvSpPr/>
          <p:nvPr/>
        </p:nvSpPr>
        <p:spPr>
          <a:xfrm>
            <a:off x="770040" y="1859400"/>
            <a:ext cx="4704480" cy="26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1200">
              <a:lnSpc>
                <a:spcPct val="100000"/>
              </a:lnSpc>
              <a:spcBef>
                <a:spcPts val="99"/>
              </a:spcBef>
            </a:pPr>
            <a:r>
              <a:rPr b="1" lang="en-US" sz="2400" spc="-12" strike="noStrike">
                <a:solidFill>
                  <a:srgbClr val="000000"/>
                </a:solidFill>
                <a:latin typeface="Times New Roman"/>
              </a:rPr>
              <a:t>Frontend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41200">
              <a:lnSpc>
                <a:spcPct val="100000"/>
              </a:lnSpc>
              <a:spcBef>
                <a:spcPts val="1675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6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Framework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:</a:t>
            </a:r>
            <a:r>
              <a:rPr b="0" lang="en-US" sz="2000" spc="4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ReactJS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244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Language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:</a:t>
            </a:r>
            <a:r>
              <a:rPr b="0" lang="en-US" sz="2000" spc="-6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Times New Roman"/>
              </a:rPr>
              <a:t>TypeScript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225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Styling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:</a:t>
            </a:r>
            <a:r>
              <a:rPr b="0" lang="en-US" sz="1800" spc="-5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21" strike="noStrike">
                <a:solidFill>
                  <a:srgbClr val="000000"/>
                </a:solidFill>
                <a:latin typeface="Times New Roman"/>
              </a:rPr>
              <a:t>Tailwind</a:t>
            </a:r>
            <a:r>
              <a:rPr b="0" lang="en-US" sz="1800" spc="-1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CSS</a:t>
            </a:r>
            <a:r>
              <a:rPr b="0" lang="en-US" sz="18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+</a:t>
            </a:r>
            <a:r>
              <a:rPr b="0" lang="en-US" sz="18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Radix</a:t>
            </a:r>
            <a:r>
              <a:rPr b="0" lang="en-US" sz="1800" spc="-2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UI</a:t>
            </a:r>
            <a:r>
              <a:rPr b="0" lang="en-US" sz="1800" spc="-1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Times New Roman"/>
              </a:rPr>
              <a:t>Components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256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State</a:t>
            </a:r>
            <a:r>
              <a:rPr b="1" lang="en-US" sz="20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Management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:</a:t>
            </a:r>
            <a:r>
              <a:rPr b="0" lang="en-US" sz="2000" spc="-6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Redux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object 4"/>
          <p:cNvSpPr/>
          <p:nvPr/>
        </p:nvSpPr>
        <p:spPr>
          <a:xfrm>
            <a:off x="6015240" y="1859400"/>
            <a:ext cx="4842000" cy="30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40840" indent="-227880">
              <a:lnSpc>
                <a:spcPct val="100000"/>
              </a:lnSpc>
              <a:spcBef>
                <a:spcPts val="99"/>
              </a:spcBef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Backend</a:t>
            </a:r>
            <a:r>
              <a:rPr b="1" lang="en-US" sz="2400" spc="-4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Times New Roman"/>
              </a:rPr>
              <a:t>&amp;</a:t>
            </a:r>
            <a:r>
              <a:rPr b="1" lang="en-US" sz="2400" spc="-14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400" spc="-21" strike="noStrike">
                <a:solidFill>
                  <a:srgbClr val="000000"/>
                </a:solidFill>
                <a:latin typeface="Times New Roman"/>
              </a:rPr>
              <a:t>APIs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134"/>
              </a:spcBef>
              <a:tabLst>
                <a:tab algn="l" pos="24084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984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Database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:</a:t>
            </a:r>
            <a:r>
              <a:rPr b="0" lang="en-US" sz="2000" spc="-6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Supabase</a:t>
            </a:r>
            <a:r>
              <a:rPr b="0" lang="en-US" sz="1800" spc="-5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Times New Roman"/>
              </a:rPr>
              <a:t>(PostgreSQL)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009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Authentication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:</a:t>
            </a:r>
            <a:r>
              <a:rPr b="0" lang="en-US" sz="2000" spc="-7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Times New Roman"/>
              </a:rPr>
              <a:t>Supabase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1009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File</a:t>
            </a:r>
            <a:r>
              <a:rPr b="1" lang="en-US" sz="2000" spc="-2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Storage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:</a:t>
            </a:r>
            <a:r>
              <a:rPr b="0" lang="en-US" sz="2000" spc="-66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Supabase</a:t>
            </a:r>
            <a:r>
              <a:rPr b="0" lang="en-US" sz="1800" spc="-35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Times New Roman"/>
              </a:rPr>
              <a:t>Storage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40840" indent="-227880">
              <a:lnSpc>
                <a:spcPct val="100000"/>
              </a:lnSpc>
              <a:spcBef>
                <a:spcPts val="984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2408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AI</a:t>
            </a:r>
            <a:r>
              <a:rPr b="1" lang="en-US" sz="2000" spc="-12" strike="noStrike">
                <a:solidFill>
                  <a:srgbClr val="000000"/>
                </a:solidFill>
                <a:latin typeface="Times New Roman"/>
              </a:rPr>
              <a:t> Services</a:t>
            </a:r>
            <a:r>
              <a:rPr b="0" lang="en-US" sz="2000" spc="-12" strike="noStrike">
                <a:solidFill>
                  <a:srgbClr val="000000"/>
                </a:solidFill>
                <a:latin typeface="Times New Roman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56360" indent="-286560">
              <a:lnSpc>
                <a:spcPct val="100000"/>
              </a:lnSpc>
              <a:spcBef>
                <a:spcPts val="510"/>
              </a:spcBef>
              <a:buClr>
                <a:srgbClr val="8d86a6"/>
              </a:buClr>
              <a:buSzPct val="75000"/>
              <a:buFont typeface="Arial MT"/>
              <a:buChar char="•"/>
              <a:tabLst>
                <a:tab algn="l" pos="75636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Google</a:t>
            </a:r>
            <a:r>
              <a:rPr b="0" lang="en-US" sz="1800" spc="-32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Gemini</a:t>
            </a:r>
            <a:r>
              <a:rPr b="0" lang="en-US" sz="1800" spc="-21" strike="noStrike">
                <a:solidFill>
                  <a:srgbClr val="000000"/>
                </a:solidFill>
                <a:latin typeface="Times New Roman"/>
              </a:rPr>
              <a:t> (Text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generation</a:t>
            </a:r>
            <a:r>
              <a:rPr b="0" lang="en-US" sz="1800" spc="-41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</a:rPr>
              <a:t>&amp;</a:t>
            </a:r>
            <a:r>
              <a:rPr b="0" lang="en-US" sz="1800" spc="-60" strike="noStrike">
                <a:solidFill>
                  <a:srgbClr val="000000"/>
                </a:solidFill>
                <a:latin typeface="Times New Roman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Times New Roman"/>
              </a:rPr>
              <a:t>analysis)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object 2"/>
          <p:cNvSpPr/>
          <p:nvPr/>
        </p:nvSpPr>
        <p:spPr>
          <a:xfrm>
            <a:off x="2880" y="1398600"/>
            <a:ext cx="401760" cy="803520"/>
          </a:xfrm>
          <a:custGeom>
            <a:avLst/>
            <a:gdLst>
              <a:gd name="textAreaLeft" fmla="*/ 0 w 401760"/>
              <a:gd name="textAreaRight" fmla="*/ 402120 w 401760"/>
              <a:gd name="textAreaTop" fmla="*/ 0 h 803520"/>
              <a:gd name="textAreaBottom" fmla="*/ 803880 h 803520"/>
            </a:gdLst>
            <a:ahLst/>
            <a:rect l="textAreaLeft" t="textAreaTop" r="textAreaRight" b="textAreaBottom"/>
            <a:pathLst>
              <a:path w="401955" h="803910">
                <a:moveTo>
                  <a:pt x="0" y="0"/>
                </a:moveTo>
                <a:lnTo>
                  <a:pt x="0" y="803655"/>
                </a:lnTo>
                <a:lnTo>
                  <a:pt x="401838" y="401827"/>
                </a:lnTo>
                <a:lnTo>
                  <a:pt x="0" y="0"/>
                </a:lnTo>
                <a:close/>
              </a:path>
            </a:pathLst>
          </a:custGeom>
          <a:solidFill>
            <a:srgbClr val="1ebd9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1156680"/>
          </a:xfrm>
          <a:prstGeom prst="rect">
            <a:avLst/>
          </a:prstGeom>
          <a:noFill/>
          <a:ln w="0">
            <a:noFill/>
          </a:ln>
        </p:spPr>
        <p:txBody>
          <a:bodyPr lIns="0" rIns="0" tIns="11520" bIns="0" anchor="t">
            <a:noAutofit/>
          </a:bodyPr>
          <a:p>
            <a:pPr marL="14040" indent="0">
              <a:lnSpc>
                <a:spcPct val="100000"/>
              </a:lnSpc>
              <a:spcBef>
                <a:spcPts val="91"/>
              </a:spcBef>
              <a:buNone/>
            </a:pPr>
            <a:r>
              <a:rPr b="0" lang="en-US" sz="4400" spc="-1" strike="noStrike">
                <a:solidFill>
                  <a:srgbClr val="2a2735"/>
                </a:solidFill>
                <a:latin typeface="Times New Roman"/>
              </a:rPr>
              <a:t>Use</a:t>
            </a:r>
            <a:r>
              <a:rPr b="0" lang="en-US" sz="4400" spc="-60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400" spc="-21" strike="noStrike">
                <a:solidFill>
                  <a:srgbClr val="2a2735"/>
                </a:solidFill>
                <a:latin typeface="Times New Roman"/>
              </a:rPr>
              <a:t>Case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object 4"/>
          <p:cNvSpPr/>
          <p:nvPr/>
        </p:nvSpPr>
        <p:spPr>
          <a:xfrm>
            <a:off x="770040" y="1469520"/>
            <a:ext cx="10483560" cy="31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8840" bIns="0" anchor="t">
            <a:spAutoFit/>
          </a:bodyPr>
          <a:p>
            <a:pPr marL="100440" indent="-964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04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Seamless Coordination 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A unified hub for managing tasks, vendors, volunteers, and speakers in one place.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0440" indent="-964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04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Agile Planning : 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Dynamic agenda builder with real-time updates keeps events on track.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0440" indent="-964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04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Effortless Engagement 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Automated feedback collection and analytics drive smarter decisions.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0440" indent="-964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04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Smart Recognition 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Instant generation of personalized certificates and thank-you emails.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00440" indent="-964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95000"/>
              <a:buFont typeface="Times New Roman"/>
              <a:buChar char="•"/>
              <a:tabLst>
                <a:tab algn="l" pos="10044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Times New Roman"/>
              </a:rPr>
              <a:t>Lasting Memories :</a:t>
            </a:r>
            <a:r>
              <a:rPr b="0" lang="en-US" sz="2000" spc="-1" strike="noStrike">
                <a:solidFill>
                  <a:srgbClr val="000000"/>
                </a:solidFill>
                <a:latin typeface="Times New Roman"/>
              </a:rPr>
              <a:t> Integrated photo galleries that connect participants beyond the event.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2"/>
          <p:cNvSpPr/>
          <p:nvPr/>
        </p:nvSpPr>
        <p:spPr>
          <a:xfrm>
            <a:off x="2880" y="1398600"/>
            <a:ext cx="401760" cy="803520"/>
          </a:xfrm>
          <a:custGeom>
            <a:avLst/>
            <a:gdLst>
              <a:gd name="textAreaLeft" fmla="*/ 0 w 401760"/>
              <a:gd name="textAreaRight" fmla="*/ 402120 w 401760"/>
              <a:gd name="textAreaTop" fmla="*/ 0 h 803520"/>
              <a:gd name="textAreaBottom" fmla="*/ 803880 h 803520"/>
            </a:gdLst>
            <a:ahLst/>
            <a:rect l="textAreaLeft" t="textAreaTop" r="textAreaRight" b="textAreaBottom"/>
            <a:pathLst>
              <a:path w="401955" h="803910">
                <a:moveTo>
                  <a:pt x="0" y="0"/>
                </a:moveTo>
                <a:lnTo>
                  <a:pt x="0" y="803655"/>
                </a:lnTo>
                <a:lnTo>
                  <a:pt x="401838" y="401827"/>
                </a:lnTo>
                <a:lnTo>
                  <a:pt x="0" y="0"/>
                </a:lnTo>
                <a:close/>
              </a:path>
            </a:pathLst>
          </a:custGeom>
          <a:solidFill>
            <a:srgbClr val="1ebd9b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770040" y="1691640"/>
            <a:ext cx="9614160" cy="4055400"/>
          </a:xfrm>
          <a:prstGeom prst="rect">
            <a:avLst/>
          </a:prstGeom>
          <a:noFill/>
          <a:ln w="0">
            <a:noFill/>
          </a:ln>
        </p:spPr>
        <p:txBody>
          <a:bodyPr lIns="0" rIns="0" tIns="168120" bIns="0" anchor="t">
            <a:noAutofit/>
          </a:bodyPr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Smart Task Orchestration</a:t>
            </a:r>
            <a:r>
              <a:rPr b="0" lang="en-US" sz="1800" spc="-1" strike="noStrike">
                <a:solidFill>
                  <a:srgbClr val="2a2735"/>
                </a:solidFill>
                <a:latin typeface="Times New Roman"/>
              </a:rPr>
              <a:t>: Track tasks, get reminders, and monitor progress in real-time.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Unified Resource &amp; Vendor Hub:</a:t>
            </a:r>
            <a:r>
              <a:rPr b="0" lang="en-US" sz="1800" spc="-1" strike="noStrike">
                <a:solidFill>
                  <a:srgbClr val="2a2735"/>
                </a:solidFill>
                <a:latin typeface="Times New Roman"/>
              </a:rPr>
              <a:t> Manage vendors, assets, and documents all in one place.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People-Centric Management: </a:t>
            </a:r>
            <a:r>
              <a:rPr b="0" lang="en-US" sz="1800" spc="-1" strike="noStrike">
                <a:solidFill>
                  <a:srgbClr val="2a2735"/>
                </a:solidFill>
                <a:latin typeface="Times New Roman"/>
              </a:rPr>
              <a:t>Seamlessly handle roles, responsibilities, and logistics.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Automated Recognition:</a:t>
            </a:r>
            <a:r>
              <a:rPr b="0" lang="en-US" sz="1800" spc="-1" strike="noStrike">
                <a:solidFill>
                  <a:srgbClr val="2a2735"/>
                </a:solidFill>
                <a:latin typeface="Times New Roman"/>
              </a:rPr>
              <a:t> Generate certificates and thank-you notes instantly.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40840" indent="-227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8d86a6"/>
              </a:buClr>
              <a:buSzPct val="75000"/>
              <a:buFont typeface="Wingdings" charset="2"/>
              <a:buChar char=""/>
              <a:tabLst>
                <a:tab algn="l" pos="240840"/>
              </a:tabLst>
            </a:pPr>
            <a:r>
              <a:rPr b="1" lang="en-US" sz="1800" spc="-1" strike="noStrike">
                <a:solidFill>
                  <a:srgbClr val="2a2735"/>
                </a:solidFill>
                <a:latin typeface="Times New Roman"/>
              </a:rPr>
              <a:t>Memorable Moments, Organized:</a:t>
            </a:r>
            <a:r>
              <a:rPr b="0" lang="en-US" sz="1800" spc="-1" strike="noStrike">
                <a:solidFill>
                  <a:srgbClr val="2a2735"/>
                </a:solidFill>
                <a:latin typeface="Times New Roman"/>
              </a:rPr>
              <a:t> Share and link event photos effortlessly.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768240" y="448920"/>
            <a:ext cx="88196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227880" bIns="0" anchor="t">
            <a:noAutofit/>
          </a:bodyPr>
          <a:p>
            <a:pPr marL="14040" indent="0">
              <a:lnSpc>
                <a:spcPct val="100000"/>
              </a:lnSpc>
              <a:spcBef>
                <a:spcPts val="111"/>
              </a:spcBef>
              <a:buNone/>
            </a:pPr>
            <a:r>
              <a:rPr b="0" lang="en-US" sz="4000" spc="-1" strike="noStrike">
                <a:solidFill>
                  <a:srgbClr val="2a2735"/>
                </a:solidFill>
                <a:latin typeface="Times New Roman"/>
              </a:rPr>
              <a:t>Show</a:t>
            </a:r>
            <a:r>
              <a:rPr b="0" lang="en-US" sz="4000" spc="-46" strike="noStrike">
                <a:solidFill>
                  <a:srgbClr val="2a2735"/>
                </a:solidFill>
                <a:latin typeface="Times New Roman"/>
              </a:rPr>
              <a:t> </a:t>
            </a:r>
            <a:r>
              <a:rPr b="0" lang="en-US" sz="4000" spc="-12" strike="noStrike">
                <a:solidFill>
                  <a:srgbClr val="2a2735"/>
                </a:solidFill>
                <a:latin typeface="Times New Roman"/>
              </a:rPr>
              <a:t>Stopper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2025-09-27T06:14:15Z</dcterms:created>
  <dc:creator/>
  <dc:description/>
  <dc:language>en-US</dc:language>
  <cp:lastModifiedBy/>
  <dcterms:modified xsi:type="dcterms:W3CDTF">2025-09-27T12:28:44Z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2025-08-31T00:00:00Z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2025-09-27T00:00:00Z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www.ilovepdf.com</vt:lpwstr>
  </property>
</Properties>
</file>